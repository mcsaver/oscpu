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20850ce7040f0" /><Relationship Type="http://schemas.openxmlformats.org/officeDocument/2006/relationships/extended-properties" Target="/docProps/app.xml" Id="R107e7b41108c42b2" /><Relationship Type="http://schemas.openxmlformats.org/officeDocument/2006/relationships/officeDocument" Target="/ppt/presentation.xml" Id="R1c3cfce8dd3b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cad5e6336b45b5"/>
  </p:sldMasterIdLst>
  <p:notesMasterIdLst>
    <p:notesMasterId xmlns:r="http://schemas.openxmlformats.org/officeDocument/2006/relationships" r:id="Rabcabf3ddb1144a6"/>
  </p:notesMasterIdLst>
  <p:sldIdLst>
    <p:sldId xmlns:r="http://schemas.openxmlformats.org/officeDocument/2006/relationships" id="256" r:id="Rfb75a32648754c56"/>
    <p:sldId xmlns:r="http://schemas.openxmlformats.org/officeDocument/2006/relationships" id="257" r:id="R2d9df1756aa449bc"/>
    <p:sldId xmlns:r="http://schemas.openxmlformats.org/officeDocument/2006/relationships" id="258" r:id="R49c545562f154e24"/>
    <p:sldId xmlns:r="http://schemas.openxmlformats.org/officeDocument/2006/relationships" id="259" r:id="Rb4470c27dbba4416"/>
    <p:sldId xmlns:r="http://schemas.openxmlformats.org/officeDocument/2006/relationships" id="260" r:id="R429466ba11524879"/>
    <p:sldId xmlns:r="http://schemas.openxmlformats.org/officeDocument/2006/relationships" id="261" r:id="Rf051c3bb7c3845bf"/>
    <p:sldId xmlns:r="http://schemas.openxmlformats.org/officeDocument/2006/relationships" id="262" r:id="Rc7fb38a6991144c8"/>
    <p:sldId xmlns:r="http://schemas.openxmlformats.org/officeDocument/2006/relationships" id="263" r:id="R6ae9caea50494dc2"/>
    <p:sldId xmlns:r="http://schemas.openxmlformats.org/officeDocument/2006/relationships" id="264" r:id="R64b744d6f4e6498e"/>
    <p:sldId xmlns:r="http://schemas.openxmlformats.org/officeDocument/2006/relationships" id="265" r:id="R4abd64469ad541d7"/>
    <p:sldId xmlns:r="http://schemas.openxmlformats.org/officeDocument/2006/relationships" id="266" r:id="Rc296e1d71aba4f4b"/>
    <p:sldId xmlns:r="http://schemas.openxmlformats.org/officeDocument/2006/relationships" id="267" r:id="Reee48c3f4e1747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ad5e6336b45b5" /><Relationship Type="http://schemas.openxmlformats.org/officeDocument/2006/relationships/theme" Target="/ppt/theme/theme1.xml" Id="R4218b0871beb4bb8" /><Relationship Type="http://schemas.openxmlformats.org/officeDocument/2006/relationships/notesMaster" Target="/ppt/notesMasters/notesMaster1.xml" Id="Rabcabf3ddb1144a6" /><Relationship Type="http://schemas.openxmlformats.org/officeDocument/2006/relationships/presProps" Target="/ppt/presProps.xml" Id="R579a5d1a498a45bb" /><Relationship Type="http://schemas.openxmlformats.org/officeDocument/2006/relationships/viewProps" Target="/ppt/viewProps.xml" Id="Rb69f153ef80b4bd4" /><Relationship Type="http://schemas.openxmlformats.org/officeDocument/2006/relationships/tableStyles" Target="/ppt/tableStyles.xml" Id="R10219a9fc85e42c2" /><Relationship Type="http://schemas.openxmlformats.org/officeDocument/2006/relationships/slide" Target="/ppt/slides/slide1.xml" Id="Rfb75a32648754c56" /><Relationship Type="http://schemas.openxmlformats.org/officeDocument/2006/relationships/slide" Target="/ppt/slides/slide2.xml" Id="R2d9df1756aa449bc" /><Relationship Type="http://schemas.openxmlformats.org/officeDocument/2006/relationships/slide" Target="/ppt/slides/slide3.xml" Id="R49c545562f154e24" /><Relationship Type="http://schemas.openxmlformats.org/officeDocument/2006/relationships/slide" Target="/ppt/slides/slide4.xml" Id="Rb4470c27dbba4416" /><Relationship Type="http://schemas.openxmlformats.org/officeDocument/2006/relationships/slide" Target="/ppt/slides/slide5.xml" Id="R429466ba11524879" /><Relationship Type="http://schemas.openxmlformats.org/officeDocument/2006/relationships/slide" Target="/ppt/slides/slide6.xml" Id="Rf051c3bb7c3845bf" /><Relationship Type="http://schemas.openxmlformats.org/officeDocument/2006/relationships/slide" Target="/ppt/slides/slide7.xml" Id="Rc7fb38a6991144c8" /><Relationship Type="http://schemas.openxmlformats.org/officeDocument/2006/relationships/slide" Target="/ppt/slides/slide8.xml" Id="R6ae9caea50494dc2" /><Relationship Type="http://schemas.openxmlformats.org/officeDocument/2006/relationships/slide" Target="/ppt/slides/slide9.xml" Id="R64b744d6f4e6498e" /><Relationship Type="http://schemas.openxmlformats.org/officeDocument/2006/relationships/slide" Target="/ppt/slides/slide10.xml" Id="R4abd64469ad541d7" /><Relationship Type="http://schemas.openxmlformats.org/officeDocument/2006/relationships/slide" Target="/ppt/slides/slide11.xml" Id="Rc296e1d71aba4f4b" /><Relationship Type="http://schemas.openxmlformats.org/officeDocument/2006/relationships/slide" Target="/ppt/slides/slide12.xml" Id="Reee48c3f4e1747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b798654727a4d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5f8cfe97a4323" /><Relationship Type="http://schemas.openxmlformats.org/officeDocument/2006/relationships/notesMaster" Target="/ppt/notesMasters/notesMaster1.xml" Id="Rc402938bfc3844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209a184d144bb" /><Relationship Type="http://schemas.openxmlformats.org/officeDocument/2006/relationships/notesMaster" Target="/ppt/notesMasters/notesMaster1.xml" Id="Rcd496608d45e40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90d62a871046b5" /><Relationship Type="http://schemas.openxmlformats.org/officeDocument/2006/relationships/notesMaster" Target="/ppt/notesMasters/notesMaster1.xml" Id="R3ea6c481829441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724e4308054b4f" /><Relationship Type="http://schemas.openxmlformats.org/officeDocument/2006/relationships/notesMaster" Target="/ppt/notesMasters/notesMaster1.xml" Id="Rd9a0a9c63ce34d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c128a795c43b3" /><Relationship Type="http://schemas.openxmlformats.org/officeDocument/2006/relationships/notesMaster" Target="/ppt/notesMasters/notesMaster1.xml" Id="R5640caf8065444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5f908447454a22" /><Relationship Type="http://schemas.openxmlformats.org/officeDocument/2006/relationships/notesMaster" Target="/ppt/notesMasters/notesMaster1.xml" Id="R60549089ed2540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3c6d5653cc417c" /><Relationship Type="http://schemas.openxmlformats.org/officeDocument/2006/relationships/notesMaster" Target="/ppt/notesMasters/notesMaster1.xml" Id="R1581bd744f4c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dbc69f38104e36" /><Relationship Type="http://schemas.openxmlformats.org/officeDocument/2006/relationships/notesMaster" Target="/ppt/notesMasters/notesMaster1.xml" Id="R7a8050bc74a644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cd11c560b7419c" /><Relationship Type="http://schemas.openxmlformats.org/officeDocument/2006/relationships/notesMaster" Target="/ppt/notesMasters/notesMaster1.xml" Id="R51ff4985074f44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ea81418e4f4da4" /><Relationship Type="http://schemas.openxmlformats.org/officeDocument/2006/relationships/notesMaster" Target="/ppt/notesMasters/notesMaster1.xml" Id="R50dc67c34aa843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2d622a4cf44e61" /><Relationship Type="http://schemas.openxmlformats.org/officeDocument/2006/relationships/notesMaster" Target="/ppt/notesMasters/notesMaster1.xml" Id="R37c5024f381047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2d58d0c661416e" /><Relationship Type="http://schemas.openxmlformats.org/officeDocument/2006/relationships/notesMaster" Target="/ppt/notesMasters/notesMaster1.xml" Id="R9bc898db9584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9b6956b334b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84d0b41b0774334" /><Relationship Type="http://schemas.openxmlformats.org/officeDocument/2006/relationships/slideLayout" Target="/ppt/slideLayouts/slideLayout2.xml" Id="R52fe478df43840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e478df43840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37b99121b45fe" /><Relationship Type="http://schemas.openxmlformats.org/officeDocument/2006/relationships/image" Target="/ppt/media/image.png" Id="R79251d08ffac4957" /><Relationship Type="http://schemas.openxmlformats.org/officeDocument/2006/relationships/image" Target="/ppt/media/image.svg" Id="R9c59ed2d191f4391" /><Relationship Type="http://schemas.openxmlformats.org/officeDocument/2006/relationships/image" Target="/ppt/media/image2.png" Id="Reda662bb4d6347f7" /><Relationship Type="http://schemas.openxmlformats.org/officeDocument/2006/relationships/image" Target="/ppt/media/image2.svg" Id="Ra2259f8aa3fc4905" /><Relationship Type="http://schemas.openxmlformats.org/officeDocument/2006/relationships/image" Target="/ppt/media/image3.png" Id="R57fcb14bf33d4dab" /><Relationship Type="http://schemas.openxmlformats.org/officeDocument/2006/relationships/image" Target="/ppt/media/image3.svg" Id="R6a00cb0b65c048d7" /><Relationship Type="http://schemas.openxmlformats.org/officeDocument/2006/relationships/image" Target="/ppt/media/image4.png" Id="R90ec39c5d65f4868" /><Relationship Type="http://schemas.openxmlformats.org/officeDocument/2006/relationships/image" Target="/ppt/media/image4.svg" Id="R466ed636696b4549" /><Relationship Type="http://schemas.openxmlformats.org/officeDocument/2006/relationships/notesSlide" Target="/ppt/notesSlides/notesSlide1.xml" Id="R5aa03998f1894c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1aa096217c4df1" /><Relationship Type="http://schemas.openxmlformats.org/officeDocument/2006/relationships/image" Target="/ppt/media/image5.png" Id="Re2a3a6189b044bf7" /><Relationship Type="http://schemas.openxmlformats.org/officeDocument/2006/relationships/image" Target="/ppt/media/image5.svg" Id="R91fb03a789d1496e" /><Relationship Type="http://schemas.openxmlformats.org/officeDocument/2006/relationships/notesSlide" Target="/ppt/notesSlides/notesSlide2.xml" Id="R9c76dcee50844f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b024244d34445" /><Relationship Type="http://schemas.openxmlformats.org/officeDocument/2006/relationships/image" Target="/ppt/media/image6.png" Id="R55f2f267813545e8" /><Relationship Type="http://schemas.openxmlformats.org/officeDocument/2006/relationships/image" Target="/ppt/media/image6.svg" Id="R7dd21273a20d48fc" /><Relationship Type="http://schemas.openxmlformats.org/officeDocument/2006/relationships/image" Target="/ppt/media/image7.png" Id="Re59a38b4c61e46b2" /><Relationship Type="http://schemas.openxmlformats.org/officeDocument/2006/relationships/image" Target="/ppt/media/image7.svg" Id="R1cf521d0384b4913" /><Relationship Type="http://schemas.openxmlformats.org/officeDocument/2006/relationships/image" Target="/ppt/media/image8.png" Id="R7b0d62586b0e463f" /><Relationship Type="http://schemas.openxmlformats.org/officeDocument/2006/relationships/image" Target="/ppt/media/image8.svg" Id="R52dcf6ca4bdf49f6" /><Relationship Type="http://schemas.openxmlformats.org/officeDocument/2006/relationships/notesSlide" Target="/ppt/notesSlides/notesSlide3.xml" Id="R1d90d9df644c41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cd64dc2fa64982" /><Relationship Type="http://schemas.openxmlformats.org/officeDocument/2006/relationships/image" Target="/ppt/media/image9.png" Id="R02ae3ad194804828" /><Relationship Type="http://schemas.openxmlformats.org/officeDocument/2006/relationships/image" Target="/ppt/media/image9.svg" Id="R1e7ed71262c7422f" /><Relationship Type="http://schemas.openxmlformats.org/officeDocument/2006/relationships/notesSlide" Target="/ppt/notesSlides/notesSlide4.xml" Id="R639a11a7304a45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e8a73ec3643bb" /><Relationship Type="http://schemas.openxmlformats.org/officeDocument/2006/relationships/image" Target="/ppt/media/image10.png" Id="Rbfd7e08ee55c49eb" /><Relationship Type="http://schemas.openxmlformats.org/officeDocument/2006/relationships/image" Target="/ppt/media/image10.svg" Id="R8df8d92fff074d38" /><Relationship Type="http://schemas.openxmlformats.org/officeDocument/2006/relationships/image" Target="/ppt/media/image11.png" Id="Rf0d084e677c54ef3" /><Relationship Type="http://schemas.openxmlformats.org/officeDocument/2006/relationships/image" Target="/ppt/media/image11.svg" Id="Rd0e85c711a014a61" /><Relationship Type="http://schemas.openxmlformats.org/officeDocument/2006/relationships/image" Target="/ppt/media/image12.png" Id="R22af8cb5091d4997" /><Relationship Type="http://schemas.openxmlformats.org/officeDocument/2006/relationships/image" Target="/ppt/media/image12.svg" Id="R19b1227a1d5c4782" /><Relationship Type="http://schemas.openxmlformats.org/officeDocument/2006/relationships/notesSlide" Target="/ppt/notesSlides/notesSlide5.xml" Id="R83ab6e55154446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50aed007f44da" /><Relationship Type="http://schemas.openxmlformats.org/officeDocument/2006/relationships/notesSlide" Target="/ppt/notesSlides/notesSlide6.xml" Id="R4e26e2c12b564c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85c2ea0b04dd3" /><Relationship Type="http://schemas.openxmlformats.org/officeDocument/2006/relationships/image" Target="/ppt/media/image13.png" Id="R074bc0fc12d949ef" /><Relationship Type="http://schemas.openxmlformats.org/officeDocument/2006/relationships/image" Target="/ppt/media/image13.svg" Id="Rbf662c7564aa4563" /><Relationship Type="http://schemas.openxmlformats.org/officeDocument/2006/relationships/notesSlide" Target="/ppt/notesSlides/notesSlide7.xml" Id="Rdc7fb94a174a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1383d73fca4ff8" /><Relationship Type="http://schemas.openxmlformats.org/officeDocument/2006/relationships/image" Target="/ppt/media/image14.png" Id="Rdfed2b06164d448f" /><Relationship Type="http://schemas.openxmlformats.org/officeDocument/2006/relationships/image" Target="/ppt/media/image14.svg" Id="R2789138d35974d63" /><Relationship Type="http://schemas.openxmlformats.org/officeDocument/2006/relationships/notesSlide" Target="/ppt/notesSlides/notesSlide8.xml" Id="Ra99f4e65588447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81bb7b72e24ba6" /><Relationship Type="http://schemas.openxmlformats.org/officeDocument/2006/relationships/notesSlide" Target="/ppt/notesSlides/notesSlide9.xml" Id="Rdd786bc4e7b349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e2f339bd24425f" /><Relationship Type="http://schemas.openxmlformats.org/officeDocument/2006/relationships/notesSlide" Target="/ppt/notesSlides/notesSlide10.xml" Id="R1e0953574da945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80dd04e3c74fea" /><Relationship Type="http://schemas.openxmlformats.org/officeDocument/2006/relationships/notesSlide" Target="/ppt/notesSlides/notesSlide11.xml" Id="Rdcf976f231c2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3d3a4f13b64ef1" /><Relationship Type="http://schemas.openxmlformats.org/officeDocument/2006/relationships/image" Target="/ppt/media/image15.png" Id="R182cb9d5cf7547c5" /><Relationship Type="http://schemas.openxmlformats.org/officeDocument/2006/relationships/image" Target="/ppt/media/image15.svg" Id="R83d4d8ed5cf14c3d" /><Relationship Type="http://schemas.openxmlformats.org/officeDocument/2006/relationships/notesSlide" Target="/ppt/notesSlides/notesSlide12.xml" Id="R09b90d1266544c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ABC18F7-1BFC-48EB-999A-5CB1E597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91C69-229F-415D-A8D1-AC0DB1B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942D1-2D9C-4153-A3AF-ABB68070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1EC2D-C378-4759-8105-482632BC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81050"/>
            <a:ext cx="952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AE3F0-575A-4DB6-847C-C5362B64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复刻 ysyx-workbench</a:t>
            </a:r>
          </a:p>
          <a:p xmlns:a="http://schemas.openxmlformats.org/drawingml/2006/main">
            <a:pPr algn="l">
              <a:defRPr sz="34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的 AI 开发环境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2C62A-B751-478E-97D0-559E3D5C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把“会读上下文、会选任务图、会跑验证、会沉淀经验”的工程能力复制到另一台机器或另一个仓库。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3B1E-F275-499C-A800-67AEB74D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E6B65-3FD6-474D-B149-AD94391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规则发现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13B08-EAC9-4084-81B3-EC9989A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7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BFC7C4"/>
                </a:solidFill>
                <a:latin typeface="Consolas"/>
                <a:ea typeface="Consolas"/>
                <a:cs typeface="Consolas"/>
              </a:rPr>
              <a:t>AGENTS / instructions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5DEC7-0327-40C3-A6BD-BC810076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77B91-D458-4386-BE4E-23E4B6E6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图任务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FE171-BA0F-4A9F-8EDC-C78495A9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7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BFC7C4"/>
                </a:solidFill>
                <a:latin typeface="Consolas"/>
                <a:ea typeface="Consolas"/>
                <a:cs typeface="Consolas"/>
              </a:rPr>
              <a:t>static graph / dynamic 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23009-9333-46A8-BC55-0EF427BC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E472B-E4F6-4F91-83DF-B77FD6D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证据闭环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FDE83-AC0C-4121-BC11-909B772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7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BFC7C4"/>
                </a:solidFill>
                <a:latin typeface="Consolas"/>
                <a:ea typeface="Consolas"/>
                <a:cs typeface="Consolas"/>
              </a:rPr>
              <a:t>NEMU / NPC / DiffTest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E39CD-A8EE-4AA7-A6A8-16FC13C6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26144-D868-4F33-A234-8E8953F0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长期记忆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E4A94-9734-4C42-83E6-C1693917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7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BFC7C4"/>
                </a:solidFill>
                <a:latin typeface="Consolas"/>
                <a:ea typeface="Consolas"/>
                <a:cs typeface="Consolas"/>
              </a:rPr>
              <a:t>memory / task-runs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51d08ffac4957">
            <a:extLst>
              <a:ext uri="{96DAC541-7B7A-43D3-8B79-37D633B846F1}">
                <asvg:svgBlip xmlns:asvg="http://schemas.microsoft.com/office/drawing/2016/SVG/main" r:embed="R9c59ed2d191f43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63050" y="8763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662bb4d6347f7">
            <a:extLst>
              <a:ext uri="{96DAC541-7B7A-43D3-8B79-37D633B846F1}">
                <asvg:svgBlip xmlns:asvg="http://schemas.microsoft.com/office/drawing/2016/SVG/main" r:embed="Ra2259f8aa3fc49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67900" y="192405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cb14bf33d4dab">
            <a:extLst>
              <a:ext uri="{96DAC541-7B7A-43D3-8B79-37D633B846F1}">
                <asvg:svgBlip xmlns:asvg="http://schemas.microsoft.com/office/drawing/2016/SVG/main" r:embed="R6a00cb0b65c048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3000375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c39c5d65f4868">
            <a:extLst>
              <a:ext uri="{96DAC541-7B7A-43D3-8B79-37D633B846F1}">
                <asvg:svgBlip xmlns:asvg="http://schemas.microsoft.com/office/drawing/2016/SVG/main" r:embed="R466ed636696b45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40576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C75ED-62D7-474A-804F-2A7CCF76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816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目标交付物：一套可复刻的工作流配置清单 + 首轮验证门禁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F9BE7-8436-445A-B9A3-E681474B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7526F-0714-47D3-9B29-EA81539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45944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2C153FC-2228-4CF3-B3CA-F69CCB3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CBEF36-9695-48D7-BC20-A5351EB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8EC381-945E-4D5E-86EE-41C20EF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SYSTEM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DD083-E937-45E1-B092-804F3821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先进经验：把 AI 能力沉淀成仓库内系统，而不是一次性提示词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F8C5A-54CE-4606-BE8D-34525769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复刻时最该搬走的是“上下文恢复机制”和“证据闭环”，模型、插件、MCP 都只是执行层。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0CBD9-BEAC-4D3A-A98F-85E26C7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6CA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83381-FDF2-4B39-823D-6BEE695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2E7AF-E7D8-4C65-BB1D-74390E5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发现入口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D0DAF-D100-461C-98D0-E8ED425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4315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根 AGENTS.md / CLAUDE.md / GEMINI.md / Cursor / Windsurf shim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A29AB-A1FB-4E56-BBCD-B6FB1B81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任何 agent 先进入同一条读链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E6754-57B9-4458-A3C9-409AC405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A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D0AC3-BAB0-49AF-9877-0DA3B15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CD16E-3AE0-4EF9-9350-0EC6A90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规则层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6B3E2-CEA6-4F28-BD40-D98B7203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480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.github/AGENTS.md + copilot-instructions + instructions/*.md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0D85D-593E-4263-9501-1F27005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48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全局约束、目录约束、RTL 强制流程分开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0B052-0E2F-4135-92BC-E3D1334B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6CAB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4E98A-EE4A-4BC5-8938-65866576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E03F4-60F3-4565-8259-9B486D7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调度层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9A2B6-69B4-4B96-BBA3-2D1E36F7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ysyx-coordinator + hardware-flow + static graph templates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54B01-9BD6-4836-BC94-5BF6BF46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复杂任务先选图，再按节点执行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A38D6-D76A-495E-944F-2F5C9D35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A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B5122-1F59-4181-9B06-D14F1D72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28DDD-E205-4114-89ED-C1E6F4C5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执行层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84A27-FEA5-48A4-9F62-319DE679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577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模块 agent：npc / nemu / AM / ysyx-soc / difftest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16AC8-9CFB-4B2F-96C5-4AFCC35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每个 owner 只负责清晰边界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28F39-3E6D-41E5-8FF5-DA615E7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6CAB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1D8A4-218D-47E9-A7BC-0910878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DB3AFE-EA89-4D58-822D-B674C49E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记忆层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12C62-BA88-4EB4-A9C6-DC0E894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6255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memory/ 存长期结论，task-runs/ 存单次证据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D07D7F-6D7C-4E93-B46F-63CB2EAB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62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跨会话恢复，不靠某个模型记性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3a6189b044bf7">
            <a:extLst>
              <a:ext uri="{96DAC541-7B7A-43D3-8B79-37D633B846F1}">
                <asvg:svgBlip xmlns:asvg="http://schemas.microsoft.com/office/drawing/2016/SVG/main" r:embed="R91fb03a789d149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0" y="876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32212-D9B7-4C44-8135-8C6238F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A5B16-4A2B-4516-8353-88D480C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22620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E2FF306-2DEE-47A3-9E07-2065F35C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D7233F-C9EB-4534-A0C8-B29EF905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ECD07A-9317-47E6-8D7E-209B5815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MIGRATION INVENTORY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33D08-50C3-4B68-A658-1B48BAC0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迁移对象分三层：先搬规则资产，再接工具链，最后复制个人偏好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CB9C1-8D21-48DA-B911-4047805E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这能避免一上来纠结“换哪个 AI 客户端”，而忽略真正让环境稳定的工程契约。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7B0BD-66F7-4EE8-BB22-85EE6D85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238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5745A-31A8-4725-8E3E-5BD5C24D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666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EA9C3-4957-4661-B452-7F34B92C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A. 仓库内规则资产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9243A-D3B2-4B90-BADE-3FAE311D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8384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AGENTS shim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.github/AGENTS.md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copilot-instructions.md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instructions/*.instructions.md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agentic-hardware-blueprint.md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F73C8-D37E-4D84-821B-4CA6DC1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3238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1A3B3-DF2F-45B7-ABAF-9047A244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666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5DC87-965E-4643-A058-BEE3213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B. 工程闭环工具链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470BA-15BC-4649-80C9-0A7FC3C3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8384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GNU Make + Kconfig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Verilator + NEMU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RISC-V 工具链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JDK 21 + mill wrapper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可选 Yosys / 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9A8A3-B7B9-4780-949F-57EB827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3238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FD493-5DC8-44AE-8701-6017FE37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666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A465B-C882-47E6-B696-7E6C975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C. 本地执行偏好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51241-D942-479F-A37B-54FF7D3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8384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Codex skills / plugins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MCP / GitHub connector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终端约束与 WSL 路径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个人 PATH / JAVA_HOME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常用 smoke 命令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53CEB-287C-4AEF-8977-01519BE7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673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必须进 Git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219BA-29F8-447D-AADC-12A6E30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673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必须能 smoke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C9CC4-5018-4FFA-A6D0-232939D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可本机定制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2f267813545e8">
            <a:extLst>
              <a:ext uri="{96DAC541-7B7A-43D3-8B79-37D633B846F1}">
                <asvg:svgBlip xmlns:asvg="http://schemas.microsoft.com/office/drawing/2016/SVG/main" r:embed="R7dd21273a20d48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85950" y="21717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a38b4c61e46b2">
            <a:extLst>
              <a:ext uri="{96DAC541-7B7A-43D3-8B79-37D633B846F1}">
                <asvg:svgBlip xmlns:asvg="http://schemas.microsoft.com/office/drawing/2016/SVG/main" r:embed="R1cf521d0384b49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21717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d62586b0e463f">
            <a:extLst>
              <a:ext uri="{96DAC541-7B7A-43D3-8B79-37D633B846F1}">
                <asvg:svgBlip xmlns:asvg="http://schemas.microsoft.com/office/drawing/2016/SVG/main" r:embed="R52dcf6ca4bdf49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05950" y="21717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6714E-9F29-40CE-8B2F-1ABAF0A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C4B21-D423-4297-873C-8F9C05D9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43152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8D1E8AC-ADCD-4667-9986-E107FF6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A6048C-8D05-4064-9794-77D2728B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EB8EBD-6181-414E-82BF-44B6084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DISCOVERY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8581D-5652-46E4-9B81-E82AAEB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让不同 AI 客户端进场后，第一分钟读到同一套规则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1D7AE-835D-439E-AA17-0D1610AE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7477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复刻时先补兼容入口，再把正文统一维护在 .github/AGENTS.md；这样不会因为工具换了，工程规则就漂移。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3517B-169A-4C91-B95B-3C8B44DA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A"/>
          </a:solidFill>
          <a:ln xmlns:a="http://schemas.openxmlformats.org/drawingml/2006/main" w="9525">
            <a:solidFill>
              <a:srgbClr val="5863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8658-C1CC-4F64-A361-B0B7C88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AGENTS.md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8C7D1-43AB-42E9-8090-363449A9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42D39-6E16-4B7C-A745-BC605BAA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A"/>
          </a:solidFill>
          <a:ln xmlns:a="http://schemas.openxmlformats.org/drawingml/2006/main" w="9525">
            <a:solidFill>
              <a:srgbClr val="586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74B14-CBCB-40DB-A085-41BE6FF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CLAUDE.md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1B867-2780-41B8-A9E7-C23F37ED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735A8-F341-424B-83E4-3457B2BB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A"/>
          </a:solidFill>
          <a:ln xmlns:a="http://schemas.openxmlformats.org/drawingml/2006/main" w="9525">
            <a:solidFill>
              <a:srgbClr val="5863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ECE41-066B-47CC-A9FD-D294AEAD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860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GEMINI.md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43824-EE3B-4140-ADE1-BE49BB47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8A54F-27A7-4E23-AC51-C3197C0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A"/>
          </a:solidFill>
          <a:ln xmlns:a="http://schemas.openxmlformats.org/drawingml/2006/main" w="9525">
            <a:solidFill>
              <a:srgbClr val="586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FFF2B-E36A-431C-A319-732FE9A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CONVENTIONS.md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CB2EA-8FFA-475C-8689-9B320FB7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814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AF40C-A0CC-4E00-88FB-ACA50753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A"/>
          </a:solidFill>
          <a:ln xmlns:a="http://schemas.openxmlformats.org/drawingml/2006/main" w="9525">
            <a:solidFill>
              <a:srgbClr val="5863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E4726-9E40-4824-A3DE-73B1591A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.windsurfrules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12BE2-68E6-4A89-BE5F-488AD777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90C48-551E-44B8-A844-F29FC8F1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A"/>
          </a:solidFill>
          <a:ln xmlns:a="http://schemas.openxmlformats.org/drawingml/2006/main" w="9525">
            <a:solidFill>
              <a:srgbClr val="586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689B5-9479-40E2-84E1-0368272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05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.cursor/rules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8ED85-DAD1-4132-B560-CAE3B855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B78C6-0BFB-442C-8ED7-ABCAE28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3143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55FA-C6A5-4C84-A0CA-C6B01088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.github/AGENTS.md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B9E91-5746-4B3A-A969-9A082AA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194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87BC8-7650-4650-98F8-21D25114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147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跨 agent 通用基线</a:t>
            </a:r>
          </a:p>
          <a:p xmlns:a="http://schemas.openxmlformats.org/drawingml/2006/main">
            <a:pPr algn="ctr">
              <a:defRPr sz="12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读链 / 六步循环 / 图任务 / 记录约束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81614-A332-4491-BAED-266B9AD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666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1D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9E1D3"/>
                </a:solidFill>
                <a:latin typeface="Consolas"/>
                <a:ea typeface="Consolas"/>
                <a:cs typeface="Consolas"/>
              </a:rPr>
              <a:t>最小契约：</a:t>
            </a:r>
          </a:p>
          <a:p xmlns:a="http://schemas.openxmlformats.org/drawingml/2006/main">
            <a:pPr algn="l">
              <a:defRPr sz="1200" b="0">
                <a:solidFill>
                  <a:srgbClr val="E9E1D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9E1D3"/>
                </a:solidFill>
                <a:latin typeface="Consolas"/>
                <a:ea typeface="Consolas"/>
                <a:cs typeface="Consolas"/>
              </a:rPr>
              <a:t>1. 使用中文</a:t>
            </a:r>
          </a:p>
          <a:p xmlns:a="http://schemas.openxmlformats.org/drawingml/2006/main">
            <a:pPr algn="l">
              <a:defRPr sz="1200" b="0">
                <a:solidFill>
                  <a:srgbClr val="E9E1D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9E1D3"/>
                </a:solidFill>
                <a:latin typeface="Consolas"/>
                <a:ea typeface="Consolas"/>
                <a:cs typeface="Consolas"/>
              </a:rPr>
              <a:t>2. 开工前读 .github 规范</a:t>
            </a:r>
          </a:p>
          <a:p xmlns:a="http://schemas.openxmlformats.org/drawingml/2006/main">
            <a:pPr algn="l">
              <a:defRPr sz="1200" b="0">
                <a:solidFill>
                  <a:srgbClr val="E9E1D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9E1D3"/>
                </a:solidFill>
                <a:latin typeface="Consolas"/>
                <a:ea typeface="Consolas"/>
                <a:cs typeface="Consolas"/>
              </a:rPr>
              <a:t>3. 修 bug 先 root cause</a:t>
            </a:r>
          </a:p>
          <a:p xmlns:a="http://schemas.openxmlformats.org/drawingml/2006/main">
            <a:pPr algn="l">
              <a:defRPr sz="1200" b="0">
                <a:solidFill>
                  <a:srgbClr val="E9E1D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9E1D3"/>
                </a:solidFill>
                <a:latin typeface="Consolas"/>
                <a:ea typeface="Consolas"/>
                <a:cs typeface="Consolas"/>
              </a:rPr>
              <a:t>4. 修改后给验证证据</a:t>
            </a:r>
          </a:p>
          <a:p xmlns:a="http://schemas.openxmlformats.org/drawingml/2006/main">
            <a:pPr algn="l">
              <a:defRPr sz="1200" b="0">
                <a:solidFill>
                  <a:srgbClr val="E9E1D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9E1D3"/>
                </a:solidFill>
                <a:latin typeface="Consolas"/>
                <a:ea typeface="Consolas"/>
                <a:cs typeface="Consolas"/>
              </a:rPr>
              <a:t>5. 完成后更新 memory / task-runs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e3ad194804828">
            <a:extLst>
              <a:ext uri="{96DAC541-7B7A-43D3-8B79-37D633B846F1}">
                <asvg:svgBlip xmlns:asvg="http://schemas.microsoft.com/office/drawing/2016/SVG/main" r:embed="R1e7ed71262c742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29800" y="10287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16C6F2-E58F-482A-838F-6B43C92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9D36DB-E2D9-47EA-A4E1-224B825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15731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C8CBBDB-4740-424E-94B5-B772DFED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23909D3-6076-4720-9E7E-1386314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10E4CA-90F1-4FD0-A15E-68790AB1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MEMORY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CDD87-5D36-49BA-981C-608EFE25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把“长期知识”和“单次证据”分仓，环境才不会越用越乱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F544B-2B21-4142-8CAA-F4168841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复刻时直接复制 memory 协议和 task-runs 模板，先保证每轮任务结束后能留下可恢复上下文。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236E3-5CC2-4E8F-8447-20BE26DA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286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A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195E-22A7-485C-862C-6354DD3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4286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A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61F26-4DEA-408C-9CEA-7C90C074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.github/memory/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E8DA7-0A84-443E-8FB4-4F7F9E9D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9A29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D99A29"/>
                </a:solidFill>
                <a:latin typeface="Consolas"/>
                <a:ea typeface="Consolas"/>
                <a:cs typeface="Consolas"/>
              </a:rPr>
              <a:t>.github/task-runs/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C4BCF-E42D-4DE0-867E-EDF6E1D6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保存稳定结论</a:t>
            </a:r>
          </a:p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项目阶段、设计决策、已知问题、模块笔记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每次完成任务后追加，避免把经验留在聊天窗口里。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53A0B-9FE7-4EB8-93BA-3790628D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90875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保存单次执行证据</a:t>
            </a:r>
          </a:p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节点状态、命令摘要、日志/trace、handoff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跨模块或长链调试时创建独立目录，便于复盘。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21679-6188-4D53-A67E-86FD8D42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290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39670-7464-4DB3-A157-36D8DFCF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956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C95D45"/>
                </a:solidFill>
                <a:latin typeface="Microsoft YaHei UI"/>
                <a:ea typeface="Microsoft YaHei UI"/>
                <a:cs typeface="Microsoft YaHei UI"/>
              </a:rPr>
              <a:t>压缩沉淀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7e08ee55c49eb">
            <a:extLst>
              <a:ext uri="{96DAC541-7B7A-43D3-8B79-37D633B846F1}">
                <asvg:svgBlip xmlns:asvg="http://schemas.microsoft.com/office/drawing/2016/SVG/main" r:embed="R8df8d92fff074d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0" y="26289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084e677c54ef3">
            <a:extLst>
              <a:ext uri="{96DAC541-7B7A-43D3-8B79-37D633B846F1}">
                <asvg:svgBlip xmlns:asvg="http://schemas.microsoft.com/office/drawing/2016/SVG/main" r:embed="Rd0e85c711a014a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39450" y="26289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f8cb5091d4997">
            <a:extLst>
              <a:ext uri="{96DAC541-7B7A-43D3-8B79-37D633B846F1}">
                <asvg:svgBlip xmlns:asvg="http://schemas.microsoft.com/office/drawing/2016/SVG/main" r:embed="R19b1227a1d5c47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81675" y="3590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F5852-111B-4073-9B65-39314B73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19750"/>
            <a:ext cx="842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迁移规则：memory 是可带走的知识库；task-runs 是可审计的实验账本。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10DB3-154D-4D9A-875F-38CE7FD3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A92BB-AE8D-4117-ABE2-71DD44C1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62743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20E298-23D9-4912-9EBC-02E0FAE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EBA796-6384-4DA1-A85F-B433D5CE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8C93FE-9874-4143-AD91-AAF1625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GRAPH TASKS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DF27B-5479-489D-8BFA-EF883BF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硬件开发任务用“静态图优先，动态图补洞”来收敛复杂度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79846-3711-440F-B329-CBB2EED0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每个节点都要有 owner、输入、输出、成功标准、fallback 和 evidence；没有证据的节点不能当下游硬依赖。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3322D-AF73-4DDD-952D-BB7F240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ED3E4-5EEA-4951-896E-B8E141EF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2D649-48AF-47F1-969D-87D5869C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rv32-reference-loop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D94DE-EB33-4FB4-BC40-A0DBA8E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AM → NEMU 参考路径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91378-A835-4D89-9A8E-D4884990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A92A-C73E-4C2C-ACD9-6E0C9744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F64EB-59D6-4E1B-87A5-FCA53E3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rv32-bringup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FB5B4-2E52-442A-9E93-F3AF924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参考 → RTL target → 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2B610-EF64-4500-A9C8-5928D5F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5BA2F-8090-45BC-AFC2-684150F5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3A267-39CE-40DC-82B6-05E06B6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npc-sim-regression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11D13-B6E0-4A21-B0A8-2E73DFD7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24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npc/sim 后端选择与运行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A8ACE-4739-415C-9492-32D76F4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1B156-8D58-4B98-BCCC-ED67F12E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F9D9F-59B7-4127-BE56-0F55A52D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46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soc-difftest-loop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A0F3E-5177-48F9-944C-0A3E9F1B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SoC 地址图 + NEMU SOC_SIM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22D8D-358E-4121-8E35-FF5BBDC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209B1-AB2B-4705-A955-5ABA52F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DE64C-CD0F-47C1-831D-540D57BA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ysyx-soc-integration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CF906-F09E-495A-BD42-D54939CA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CPU ABI / Chisel / ysyxSoCFull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DFCC8-6B25-42BC-9F00-AB923AA7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3D5EF-68D9-41A7-A307-327965D1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BAD3D2-C596-4640-9EE7-8CF5449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04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am-device-loop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009A6-649B-419D-91D8-4724665A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设备契约到 AM 测试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3F2A7-A4DD-4694-9AA4-B54D09E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E8659-6108-4521-B7E1-2CF91A4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CA455B-37A0-49D1-B1FA-AFEA956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862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regression-debug-loop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6624D-9EA4-4B22-81C3-02504E66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复现 → 取证 → 定位 → 修复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64F531-54F6-4CA2-9006-89A58D5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BA505C-7A83-4D9D-8F00-6E0A2CE6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1C06BC-E3D1-4574-99CD-F7F4B00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62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agent-env-refactor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9CB6F-CFE9-44D2-B417-CEDC1DD8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审计 → 蓝图 → 入口验证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1EBE52-E2BF-48DC-8879-D2396343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D5A844-8C4D-49A5-AC0F-DAB08506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435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动态图只负责补缺口：reproduce / collect-log / localize-boundary / fix / rerun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FE99B9-FBAC-4820-AB61-7C4FBFCA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07C48D-E853-47C6-9525-480680C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07593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BC33ECE-3ADA-48A9-B3B1-9410D1F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351E26-5DDC-46E4-9607-4BE6C70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9D2DEB-2007-45C2-90C4-C789989F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EXECUTABLE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A9A40-D81A-4570-ADA8-2F7669C6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主闭环必须真实可执行：</a:t>
            </a:r>
          </a:p>
          <a:p xmlns:a="http://schemas.openxmlformats.org/drawingml/2006/main">
            <a:pPr algn="l">
              <a:def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reference / target / DiffTest 同时存在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4E3CA-C42D-4656-ACB0-C98B3570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复刻成功的硬指标不是“文档齐了”，而是同一镜像能走参考模型、目标仿真，并产出可比较证据。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9F0CD-A33D-4851-B7DE-470C09CF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910EF-828D-4F6E-A69E-38F4486F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B062E-0030-43BC-A65B-7D2E91F4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am-kernels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BBEBD-869E-44B5-9A9F-0A73A635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测试/基准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815AF-3697-4510-BB39-9322806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D6D68-68F6-430F-B9F9-21C3A97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6BB95-002B-42A5-BA33-F760F6D5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abstract-machine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910C5-A239-4029-A9F5-1997FFBD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平台封装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D429F-5D8F-4414-B91E-B38D315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F583B-24CB-4A80-8B14-3F2DD84E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F926F-1022-4916-BEE4-E910B119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622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NEMU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710D1-61B4-45F6-9090-4A664691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2890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0503C-11D4-46AE-B4F9-0E43CF1F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71875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E7CB0-64AD-4110-99D1-34E351B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71875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09DF8-4539-42D6-B397-8025477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433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npc/sim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EAD83-9327-401A-A9B1-077E2ED4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100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统一入口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8A2F1-4F05-4BE2-88D9-B82B68DE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6FC1DD-934A-4C9D-A891-22BB82C9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35D25-D037-4D85-84AD-0B5E9B97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433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npc/single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npc/soc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58D9E-90CE-4A9F-B66B-FAADDC5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00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target 后端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AB411-F80D-426A-970E-76DE2F08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E782A-FAE9-45FA-BA0C-2642FA3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B2BB8-B3CB-4721-BDFD-98B2CFA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860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DiffTest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38500-8E4F-4774-A8BC-9EB4F908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527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提交级对比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B36B1-FD33-4156-82D3-EAD1A5C4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527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A39EA-851D-44EB-BE49-370ADE57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93A21-B6C5-4901-8CC7-C88F9865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5277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F40E7-C074-4DCF-82DF-E7708810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1076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793912-D48E-4FDB-8EC4-F13874B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4700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3AD159-F344-4B0B-BDC8-B639D0FB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20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B09203-0A8A-495D-AE02-A2F0F4E6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关键入口命令示例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198DB4-944B-4E79-991A-BDF2CAC4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962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make -C npc/sim status</a:t>
            </a:r>
          </a:p>
          <a:p xmlns:a="http://schemas.openxmlformats.org/drawingml/2006/main">
            <a:pPr algn="l">
              <a:defRPr sz="1050" b="0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make -C am-kernels/tests/cpu-tests ARCH=riscv32-npc ALL=add run NPC_RUN_ARGS="--diff=default --no-progress -m 0"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bc0fc12d949ef">
            <a:extLst>
              <a:ext uri="{96DAC541-7B7A-43D3-8B79-37D633B846F1}">
                <asvg:svgBlip xmlns:asvg="http://schemas.microsoft.com/office/drawing/2016/SVG/main" r:embed="Rbf662c7564aa45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0" y="9810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2B7CDE-B344-4D76-8007-E9E004F8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A0B388-B314-4A14-A747-68DE1BFB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98258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AE37152-B61B-424D-B14E-27A8910F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4DF4EDC-A376-464F-96CA-3E2ED54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BF24F3-745E-4413-80FF-B8BF0353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OWNER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C7646-64A8-4949-A2B1-B6046278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模块 agent 要小而专：</a:t>
            </a:r>
          </a:p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协作能力来自清楚边界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6849-6F1B-4006-B0AB-AC72B0F8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复刻时把“谁负责什么、读哪些记忆、产出什么证据”写进 agent 描述，避免跨模块任务没人负责交接。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1DBB7-475E-4430-8FFE-240DEECD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52775"/>
            <a:ext cx="421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8A062-AE07-43AE-AFC3-E1F9F7D9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686175"/>
            <a:ext cx="421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2F774-DDBC-48AD-A02A-9AB155C9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6222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92617-DEC6-485B-909C-07BA7DF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1590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5C729-18BF-4F13-8554-F0A6FCA5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49468-30A7-4BD2-B598-B0F6B82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61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3C096-4F8B-43F6-9C11-0A8B02D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8617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04A72-20EA-4EE7-8DA5-64BB3E89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6175"/>
            <a:ext cx="1590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162F2-8B5F-40E3-B071-998A9EB8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5EAE5-3EED-48F2-92A1-60B27B6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5F7DF-78DE-4F11-A664-370BBF30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813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agent-system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C9914-2BD6-4D42-B0A3-7CF7619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289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规则/记忆/蓝图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4A32F-29B6-4422-BF08-3DB4966F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80734-F2A5-49EF-B45D-DDBD8B31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78F1E-6896-4F1B-82F2-0D8ABFC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957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hardware-flow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D0350-D338-4FE2-A113-8EF3C90D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43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主闭环编排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54C8A-6E81-46EC-B75A-FE89026B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669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EE79E-0F76-453C-A1F9-B02D0420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669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4D54C-CF4C-4AEB-8210-9A79C156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907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npc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ACFB3-A195-4BBE-996E-F3938BF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38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RTL / Verilator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F1B02-19DB-4157-A37F-DD71248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BBA807-6F12-49AE-AD98-063485C3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2994D2-8136-4077-834D-5ED5E13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907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nemu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376F8-99F1-481F-83A4-B712577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reference / SDB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8BC7E-36BA-4208-9784-5F94CD7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A72562-E8C9-41CE-895B-377A1265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3C4F43-4F3A-4C66-B434-810F429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813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abstract-machine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512E7-B29F-40BF-952D-867F8D6F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289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平台抽象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06508-8CB4-4AA7-87AB-64475CBE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FACD84-A7C5-4CCE-8039-BF48C71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3DA8EC-943D-48C9-B74E-AD5F064B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957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difftest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7F4C2B-3A45-45C3-BBDE-9DF3F2EA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543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提交级比较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486D32-9FCE-4FAB-8F50-7EE32340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9587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59587C-3BB0-4E6C-8302-F269CFD3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95875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8AE1E-08CA-4322-B353-866411D2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19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ysyx-soc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90D771-537D-4B5D-9EA6-5C810AE5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67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Chisel / ABI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99196B-38B9-45F0-8536-935980EE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587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995215-F9A9-4C17-9D38-D3B1C952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5875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D5CE1C-210D-4D55-821A-B953042F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19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yosys-sta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FE83A6-E26B-484C-9117-6244E74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67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PPA 下游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ABCA67-A87E-4980-9787-5EA0025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738BAF-8285-45BD-B353-7BAEACF4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671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ysyx-</a:t>
            </a:r>
          </a:p>
          <a:p xmlns:a="http://schemas.openxmlformats.org/drawingml/2006/main">
            <a:pPr algn="ctr">
              <a:defRPr sz="1275" b="1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coordinator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d2b06164d448f">
            <a:extLst>
              <a:ext uri="{96DAC541-7B7A-43D3-8B79-37D633B846F1}">
                <asvg:svgBlip xmlns:asvg="http://schemas.microsoft.com/office/drawing/2016/SVG/main" r:embed="R2789138d35974d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0" y="88582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90E487-0205-4CF8-8542-165BF0C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1CFC25-FEA4-458C-9352-B0C6210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61354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45773E8-A219-41B5-8655-0B8B536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DAAA4E-C745-491E-AE1B-07E65B66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425F81E-47DF-47CB-A732-CA9E7DD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LOCAL CONTRACTS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30D92-E7D9-424C-A0A2-4BA81BAC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本地工具链也要写成环境事实：路径、版本、失败模式都可恢复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7DA60-DBB5-437D-859F-158962CB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ysyx-workbench 的经验是：工具链漂移必须进入 memory，而不是藏在“我这台电脑刚好能跑”的口头状态。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489C3-1B72-4A84-B3A7-8E154152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ED465-AADC-43E5-BF5C-8B904042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27C5D-505D-445C-86CD-5CAAA039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基础运行时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E7D01-8926-4300-8017-E65AC1B0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WSL Ubuntu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GNU Make / Kconfig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RISC-V gcc toolchain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3D9D2-4F88-423F-8A16-C4FAC159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29E66-F133-406F-90BA-917215C8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59738-390E-4141-BB72-AB325325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仿真验证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AE8E7-F30F-4F29-8306-69FDBC15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Verilator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NEMU reference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NPC single/soc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DiffTest reference 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5A7E7-BF9A-4592-AB4C-9DA25E0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CA2DF-65E8-4C6E-A978-D5EBC562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F8094-1A4D-4B12-BB74-EB405EAC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SoC 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8A3DB-16C5-4A7A-A4BB-F34E1C5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JDK 21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/home/lyg/.local/bin/mill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ysyxSoC/.mill-version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make -C ysyxSoC verilog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E99A2-A5FC-45A7-A3EE-E9B359A4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58BB6-1F24-4019-9A78-039E76A8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54FF0-0E10-4D5C-A8C6-2AD49366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PPA 下游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524A9-FB4C-4D86-B604-810ADEB8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Yosys / iSTA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YOSYS_STA_HOME</a:t>
            </a:r>
          </a:p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当前缺口要写入 known-issues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C4E5C-0814-4B04-9687-CF7FF6B3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933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33350" rIns="190500" bIns="1333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建议首轮 smoke：</a:t>
            </a:r>
          </a:p>
          <a:p xmlns:a="http://schemas.openxmlformats.org/drawingml/2006/main">
            <a:pPr algn="l">
              <a:defRPr sz="1125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java -version &amp;&amp; javac -version</a:t>
            </a:r>
          </a:p>
          <a:p xmlns:a="http://schemas.openxmlformats.org/drawingml/2006/main">
            <a:pPr algn="l">
              <a:defRPr sz="1125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cd ysyxSoC &amp;&amp; mill -i --version</a:t>
            </a:r>
          </a:p>
          <a:p xmlns:a="http://schemas.openxmlformats.org/drawingml/2006/main">
            <a:pPr algn="l">
              <a:defRPr sz="1125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make -C npc/sim status</a:t>
            </a:r>
          </a:p>
          <a:p xmlns:a="http://schemas.openxmlformats.org/drawingml/2006/main">
            <a:pPr algn="l">
              <a:defRPr sz="1125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make -C npc/single lint</a:t>
            </a:r>
          </a:p>
          <a:p xmlns:a="http://schemas.openxmlformats.org/drawingml/2006/main">
            <a:pPr algn="l">
              <a:defRPr sz="1125" b="0">
                <a:solidFill>
                  <a:srgbClr val="F7F3E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7F3EA"/>
                </a:solidFill>
                <a:latin typeface="Consolas"/>
                <a:ea typeface="Consolas"/>
                <a:cs typeface="Consolas"/>
              </a:rPr>
              <a:t>make -C npc/sim BACKEND=soc difftest-ref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DFB7C-7A15-4651-B932-318707E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1BBFB-354D-410B-AB65-C0868C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85184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CD0242-2CA5-44C4-AC17-22736DB0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7BB010-28E9-4217-87DA-1D252E10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2348EB-CF97-407A-B128-6643756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QA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61EDF-C948-46CC-8C49-2E93039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迁移成功要用四类门禁定义，而不是“看起来配置好了”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4B3B8-F911-49AD-BFD0-BED42CAC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704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每个 gate 都要留下命令、日志摘要或 task-runs 记录；没证据就不能算迁移完成。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52E79-2F5B-4211-AC44-BE0EFEB6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0BBA2-FCC7-4C5A-8C06-07C4721E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5BA3D-03D0-4F23-AB81-05E730B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00E90-A9DD-4613-AEF1-6138E80C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新会话能从根 AGENTS 读到 .github/AGENTS.md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FD7C-DFD8-42B5-9BBD-74FB3390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2714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rg 检查 shim 与回链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BE433-F116-4C13-B59C-25E21138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F32CE-AA55-4A4C-91F7-0F22799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97381-A1FF-49A9-8161-9079022F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7A6DD-8DA3-4001-9DF5-7C2982F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04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核心工具链版本匹配并能构建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1178D-345B-496F-9FAF-4861E89C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9950"/>
            <a:ext cx="2714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JDK/Mill/Verilator/NEMU smoke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2B68D-8EE2-4057-875B-0E559622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7B0FF-4C90-40A5-B569-5BEEFBE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25B56-F2ED-4FA9-B7A0-0DCFE51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340A5-E341-4694-BD26-DF36C0E2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814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同一镜像跑过 reference 和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FDE0F-F8DF-4ADB-99DF-57826DA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91000"/>
            <a:ext cx="2714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NEMU GOOD TRAP + NPC GOOD TRAP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0E561-746F-4DE7-80EB-2BFF2FFE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376B1-0A0E-40B8-BE93-1ECA89A7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75906-D6D6-4455-834E-88056FE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7202A"/>
                </a:solidFill>
                <a:latin typeface="Consolas"/>
                <a:ea typeface="Consolas"/>
                <a:cs typeface="Consolas"/>
              </a:rPr>
              <a:t>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E5582-A9EC-40E5-976E-EAF63AA8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62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任务结束能更新 memory/task-runs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8695D-6230-49B3-AD75-840D7810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72050"/>
            <a:ext cx="2714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project-status + agent-system + task-report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A5274-FD83-4F43-9DCD-D8A54BE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红线：不能伪造 target / difftest 结果；不可用就把图截断，并记录为基础设施缺口。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C9DA6-B11E-4F10-AA3D-7F263B2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1BF6B7-2F84-43A0-B735-3C2BDCD8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4637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BB4C2A9-CC31-4D48-A11B-79E9073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2E09FD-7CCF-421B-B270-E6D610F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EBCBBF-02D8-4BF8-BA3C-8959A374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48H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F8042-EAAE-4FB8-BFCC-F15629B2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复刻路径：48 小时内先跑通最小闭环，再逐步拉满能力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D1B8F-E16D-442F-BC9C-C17959AA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不要一开始追求全量等价。先让规则可发现、任务可记录、最小 target 可运行。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24B53-02AF-43E0-935A-FE92EA1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88E24-D2DE-45B9-8BF7-5FA12CF6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68EFF-0D30-49CE-895C-4E66D7AE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0-4h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B09A3-E64A-4771-9029-E8E3AE34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复制骨架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8714C-0FE0-4B48-B4B7-BAB5050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AGENTS shim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.github/AGENTS.md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blueprint / instructions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memory skeleton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6DC93-EB9D-4F01-8F91-15B7BCB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8A4D8-F92A-4D9B-96A5-DE5918B2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4ED0C-3F0B-4EB1-BB28-DAC52CC1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23070-C94E-4BC4-9DBA-CA47123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5C8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B5C8A"/>
                </a:solidFill>
                <a:latin typeface="Consolas"/>
                <a:ea typeface="Consolas"/>
                <a:cs typeface="Consolas"/>
              </a:rPr>
              <a:t>4-12h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3C157-EB10-42CF-ABB6-6E5AAE1A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14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接工具链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AF140-8F9D-4DC8-B120-C51761D2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PATH / JAVA_HOME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RISC-V / Verilator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NEMU / NPC build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Codex skills/plugins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412ED-4489-4D48-9B65-50DFB952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6805E-FF1E-458F-B7D0-4F1A99A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05AF7-5806-4C83-B77A-9BA91361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4DD91-5460-4D32-AAB1-13B0CCD5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9A29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D99A29"/>
                </a:solidFill>
                <a:latin typeface="Consolas"/>
                <a:ea typeface="Consolas"/>
                <a:cs typeface="Consolas"/>
              </a:rPr>
              <a:t>12-24h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FEBDE-D661-4CE6-AE51-E02BE66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首个证据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C0E01-0CD1-4961-981F-A84D734F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make status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NEMU reference GOOD TRAP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NPC target GOOD TRAP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写 task-run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7ED50-7E31-4832-B45D-8903BC0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E561C-809D-41CF-8FE3-7D224FEA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13E77D-6B21-4032-85A2-A1C37E84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10491-1AC1-4080-BCF7-DEFC853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5D45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C95D45"/>
                </a:solidFill>
                <a:latin typeface="Consolas"/>
                <a:ea typeface="Consolas"/>
                <a:cs typeface="Consolas"/>
              </a:rPr>
              <a:t>24-48h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8D59C-E155-42AD-88C0-1EBD8AEB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模板固化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92AE4-2932-4907-9B04-4202EC5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9095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补模块 memory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沉淀 known-issues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升级静态图候选</a:t>
            </a:r>
          </a:p>
          <a:p xmlns:a="http://schemas.openxmlformats.org/drawingml/2006/main">
            <a:pPr algn="l">
              <a:defRPr sz="1050" b="0">
                <a:solidFill>
                  <a:srgbClr val="5D665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65F"/>
                </a:solidFill>
                <a:latin typeface="Consolas"/>
                <a:ea typeface="Consolas"/>
                <a:cs typeface="Consolas"/>
              </a:rPr>
              <a:t>写迁移复盘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E0D36A-6360-4BE6-AAE8-086BD968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第一个完成定义：新环境能解释任务、选择图、跑一个 smoke、更新一条 memory。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454026-D741-4D62-9BDA-961B0D21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26218-7752-4748-AC7B-D2F0FA96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45045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F0F31B4-E0A5-42D1-90C5-2C4621C8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04B497-E186-4AEE-A39E-157EF86F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F84DA8-F72C-4E49-9E44-1EFC98B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67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067"/>
                </a:solidFill>
                <a:latin typeface="Consolas"/>
                <a:ea typeface="Consolas"/>
                <a:cs typeface="Consolas"/>
              </a:rPr>
              <a:t>OPERATING CADENCE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DFE49-36B7-4D2B-91D7-80DD11C8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复刻后的日常节奏：用环境养环境，让每轮任务都增加系统记忆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58DF9-3EEF-4A5D-8F66-09B641B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47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真正的迁移不是复制文件那一刻完成，而是在后续每次任务中继续按同一套读链、证据链和记录链运转。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E377E-289F-4E30-836E-D2CA4D78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1C947-1B73-4251-BBFF-2660DCDB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575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FCE17-3E73-4968-896B-3CD0EF77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6237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读 AGENTS / memory / 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A85D0-9C11-40BE-9002-A3D2C517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5C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4A197-CEF5-468E-8256-D58CC6A2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5C8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5C8A"/>
                </a:solidFill>
                <a:latin typeface="Consolas"/>
                <a:ea typeface="Consolas"/>
                <a:cs typeface="Consolas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6527-805B-45F3-82F2-984BC161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选静态图或最小动态图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A6DF9-6A56-4B16-A6A5-84A0E711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9A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56DE5-B546-4BBA-BBB6-C1588591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05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9A2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99A29"/>
                </a:solidFill>
                <a:latin typeface="Consolas"/>
                <a:ea typeface="Consolas"/>
                <a:cs typeface="Consolas"/>
              </a:rPr>
              <a:t>DISPATCH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88BE7-444C-43DA-8918-5B06EDBB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987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按 owner 和依赖执行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59544-CF7B-4CB1-9ABE-7CE4E669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5D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514C0-F4FF-42E3-9E9F-8DE02478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5D4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C95D45"/>
                </a:solidFill>
                <a:latin typeface="Consolas"/>
                <a:ea typeface="Consolas"/>
                <a:cs typeface="Consolas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F7636-902A-4900-904F-C2C4BD41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6237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构建、运行、对比、日志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30EB9-E164-4EF7-920D-CC48A509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19625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8F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0AB98-3B24-44F4-8878-CB68E6C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43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8F73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C8F73"/>
                </a:solidFill>
                <a:latin typeface="Consolas"/>
                <a:ea typeface="Consolas"/>
                <a:cs typeface="Consolas"/>
              </a:rPr>
              <a:t>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34091-38EF-4A5E-BB7C-428C4C86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482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65F"/>
                </a:solidFill>
                <a:latin typeface="Microsoft YaHei UI"/>
                <a:ea typeface="Microsoft YaHei UI"/>
                <a:cs typeface="Microsoft YaHei UI"/>
              </a:rPr>
              <a:t>写 memory 与 task-runs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A7F81-CCB7-411A-9B03-308D4A3A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3B9D1-9CEF-443C-8223-5593484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146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481D26-FADA-439D-B07E-5FEA233E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146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66303-B3B1-4996-A6AA-5423C11E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00500"/>
            <a:ext cx="1666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D19D8-1192-4805-B81D-A7B65C80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2628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53EA4-345B-4269-B16D-B83B32AF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7FEDD-B698-4817-BEB6-40935CA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迁移后保留的三个习惯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FE26C2-7A2A-4764-BC30-1EA536F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19450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1. 新任务先读记忆</a:t>
            </a:r>
          </a:p>
          <a:p xmlns:a="http://schemas.openxmlformats.org/drawingml/2006/main">
            <a:pPr algn="l">
              <a:defRPr sz="120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2. 修 bug 先找根因</a:t>
            </a:r>
          </a:p>
          <a:p xmlns:a="http://schemas.openxmlformats.org/drawingml/2006/main">
            <a:pPr algn="l">
              <a:defRPr sz="120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3. 完成后必须给证据并更新记录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cb9d5cf7547c5">
            <a:extLst>
              <a:ext uri="{96DAC541-7B7A-43D3-8B79-37D633B846F1}">
                <asvg:svgBlip xmlns:asvg="http://schemas.microsoft.com/office/drawing/2016/SVG/main" r:embed="R83d4d8ed5cf14c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91700" y="4333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192302-DFEB-42A0-BADF-925368C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F756E"/>
                </a:solidFill>
                <a:latin typeface="Microsoft YaHei UI"/>
                <a:ea typeface="Microsoft YaHei UI"/>
                <a:cs typeface="Microsoft YaHei UI"/>
              </a:rPr>
              <a:t>ysyx-workbench AI 开发环境复刻工作流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5B965C-C38E-40D9-A07D-C757BAB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6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F756E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456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2026-05-28T05:43:49.2530000Z</dcterms:created>
  <dcterms:modified xsi:type="dcterms:W3CDTF">2026-05-28T05:43:49.2530000Z</dcterms:modified>
</coreProperties>
</file>