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1a5ed5ac914089" /><Relationship Type="http://schemas.openxmlformats.org/officeDocument/2006/relationships/extended-properties" Target="/docProps/app.xml" Id="R87d5b8d98b07419b" /><Relationship Type="http://schemas.openxmlformats.org/officeDocument/2006/relationships/officeDocument" Target="/ppt/presentation.xml" Id="R45dce106856248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6226ca33154aeb"/>
  </p:sldMasterIdLst>
  <p:notesMasterIdLst>
    <p:notesMasterId xmlns:r="http://schemas.openxmlformats.org/officeDocument/2006/relationships" r:id="R007b501b5ba34ae3"/>
  </p:notesMasterIdLst>
  <p:sldIdLst>
    <p:sldId xmlns:r="http://schemas.openxmlformats.org/officeDocument/2006/relationships" id="256" r:id="Raf06ea666f7944d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6226ca33154aeb" /><Relationship Type="http://schemas.openxmlformats.org/officeDocument/2006/relationships/theme" Target="/ppt/theme/theme1.xml" Id="R4a890a5e6b754f1c" /><Relationship Type="http://schemas.openxmlformats.org/officeDocument/2006/relationships/notesMaster" Target="/ppt/notesMasters/notesMaster1.xml" Id="R007b501b5ba34ae3" /><Relationship Type="http://schemas.openxmlformats.org/officeDocument/2006/relationships/presProps" Target="/ppt/presProps.xml" Id="R9673aeefa8004ace" /><Relationship Type="http://schemas.openxmlformats.org/officeDocument/2006/relationships/viewProps" Target="/ppt/viewProps.xml" Id="R0c87e881b0f74055" /><Relationship Type="http://schemas.openxmlformats.org/officeDocument/2006/relationships/tableStyles" Target="/ppt/tableStyles.xml" Id="Rb858d7f3b0de4f78" /><Relationship Type="http://schemas.openxmlformats.org/officeDocument/2006/relationships/slide" Target="/ppt/slides/slide1.xml" Id="Raf06ea666f7944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7c723599bec4a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7636228d094520" /><Relationship Type="http://schemas.openxmlformats.org/officeDocument/2006/relationships/notesMaster" Target="/ppt/notesMasters/notesMaster1.xml" Id="R20368e1cc03b41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5c20e72f87408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89cec7834a44bf5" /><Relationship Type="http://schemas.openxmlformats.org/officeDocument/2006/relationships/slideLayout" Target="/ppt/slideLayouts/slideLayout2.xml" Id="R1397aa2f4ba44d2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97aa2f4ba44d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574c93ae57406d" /><Relationship Type="http://schemas.openxmlformats.org/officeDocument/2006/relationships/notesSlide" Target="/ppt/notesSlides/notesSlide1.xml" Id="Rcb17ad575fef4c2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95E73C-FB86-44F4-983A-1FB236116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2500"/>
            <a:ext cx="476250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9050">
            <a:solidFill>
              <a:srgbClr val="1E40A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FFFFFF"/>
                </a:solidFill>
              </a:defRPr>
            </a:pPr>
            <a:r>
              <a:t>Hello Deck</a:t>
            </a:r>
          </a:p>
        </p:txBody>
      </p:sp>
    </p:spTree>
    <p:extLst>
      <p:ext uri="{BB962C8B-B14F-4D97-AF65-F5344CB8AC3E}">
        <p14:creationId xmlns:p14="http://schemas.microsoft.com/office/powerpoint/2010/main" val="18196777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2026-05-28T08:31:36.9410000Z</dcterms:created>
  <dcterms:modified xsi:type="dcterms:W3CDTF">2026-05-28T08:31:36.9410000Z</dcterms:modified>
</coreProperties>
</file>